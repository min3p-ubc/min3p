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CC7B-E4FF-17C1-A678-5FD25976D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6741C-4226-F766-94CC-AD1472CDA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F87C6-B799-E701-0FC4-42CA21F7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0B941-9B31-B4F6-B79E-B6DD8F09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2C2A6-C65C-8F9F-6934-36B11299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1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7A1C-14E1-C159-B8CA-C1918E5D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19A2-9928-A157-30A0-B589DDF29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96B6-CF6F-D61D-9902-5B81A9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2FEC5-645B-E632-B253-5FCB9A2D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4FD16-AF27-97CF-5276-ACAE33B6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8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418C-3EC8-61B0-27A6-03DB7E3A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4D631-5682-311E-58CC-16F7A545E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3382E-9828-2834-0F95-FEEC91B6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CA5B4-F7D5-AC79-BB03-F801DAE1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E7022-071E-1A77-583D-5F1DD9CB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6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BA4C-2887-C587-D161-93ABFBB4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7FEE-8B29-01AF-D95E-17907064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D7E84-F8F4-742D-FA98-B7E34E10B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7D19A-00A1-F5CA-6FEF-4AA1846F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96925-CF2E-88D4-6C63-2398B5D5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76216-971D-C65A-C144-1C93762E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771D-7A98-8C47-9EB7-90BA71B2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B34B0-C824-3E45-04C6-F31B39F8A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8288C-6843-2EC2-3481-1051BCEAA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6ACC9-0C98-94BA-DAB3-2D5E5434C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7521B-32E5-DFBC-69DC-9BD0037CF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5E16A-AB59-08A7-9662-6F9A9971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B346C-B3AA-A970-DAF1-126629A7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351D7-B628-6D6C-FF8F-6AB49FC4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6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CBF2-FEF9-1C1B-45D2-8F9B91F1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56CF6-8ACE-B63E-4A50-34D311FB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373EC-3D1D-7AFE-BCA1-5925F179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2BC4D-5258-8B60-CF15-3E0A5C98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2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0F10F-A4C7-5E79-AFC8-1377F0E7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63A9F-681E-D337-CE29-A22C5E5D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9772-B3C9-0736-5B1D-5BA80CA4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7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B949-AFF7-1675-8F20-7285339A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568D-020D-5E5E-B138-762CAA65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058A0-E365-2A64-B92E-335967635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F8054-26EE-E080-3378-B8274D37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ECFD-0431-06B9-AE03-4D669FD4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F8322-4EE6-D58F-B484-F0E4CAFD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7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B629-3492-D354-6F2E-92D77F79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BA4C4-DF8B-F3A2-242E-D55D364BA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55B8B-9C88-C7D1-FBD9-2AAF70C92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C4662-6CD6-F8C6-D409-92BD9020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99E9E-686D-AF5F-0B6B-2289C207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EF39C-B033-3C4F-6F09-00D1844A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0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36BF-9AC8-AA11-320D-ABA744A2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A03CE-4A43-567C-DF4F-8F55F4A91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F582F-92CF-CA9B-002B-D3599170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F9D62-844E-7681-6AAC-C5FF8A8E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5636-ECA6-63BE-C144-16AD166F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6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95232-7F34-CA88-7DDF-E8ABF8ECF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C8299-7BFA-2AA1-3941-45D203A1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EC21-091C-8C12-3D0C-CE804088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A9DE2-4517-429F-A7E7-90CF47AB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2FC5B-D98A-8CAC-127C-F923BD3F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3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F1932-AAC6-CC62-22DA-6ABC2161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ECD56-7EFE-8C99-5BE9-175271536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5018-B616-F76E-5401-AAF8A65C0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CE614-8C2A-2347-BA1E-F561542B611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C2FC6-1FBB-6CA3-4804-0C374B00B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D0E5A-5C88-12F2-2265-1F2B1481F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026AB-466C-F64A-B215-A2ABD5ADE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5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9985-0F20-4918-E4F6-A1533E483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40873-6462-ECAD-31AF-C34565365B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1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7A76B14-E664-0160-9450-FE69BC114DC9}"/>
              </a:ext>
            </a:extLst>
          </p:cNvPr>
          <p:cNvGrpSpPr/>
          <p:nvPr/>
        </p:nvGrpSpPr>
        <p:grpSpPr>
          <a:xfrm>
            <a:off x="1343452" y="932865"/>
            <a:ext cx="3053827" cy="4747643"/>
            <a:chOff x="3172252" y="902043"/>
            <a:chExt cx="3053827" cy="47476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E78CD1-0CAF-5E00-D52C-36AE3FE33DED}"/>
                </a:ext>
              </a:extLst>
            </p:cNvPr>
            <p:cNvSpPr/>
            <p:nvPr/>
          </p:nvSpPr>
          <p:spPr>
            <a:xfrm>
              <a:off x="3744686" y="1436914"/>
              <a:ext cx="576943" cy="4212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858033D-6B4A-6E0F-B1EC-0892EC9EA7DC}"/>
                </a:ext>
              </a:extLst>
            </p:cNvPr>
            <p:cNvCxnSpPr>
              <a:cxnSpLocks/>
            </p:cNvCxnSpPr>
            <p:nvPr/>
          </p:nvCxnSpPr>
          <p:spPr>
            <a:xfrm>
              <a:off x="3744686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2E395B6-856F-60D0-1183-A27A20141916}"/>
                </a:ext>
              </a:extLst>
            </p:cNvPr>
            <p:cNvCxnSpPr>
              <a:cxnSpLocks/>
            </p:cNvCxnSpPr>
            <p:nvPr/>
          </p:nvCxnSpPr>
          <p:spPr>
            <a:xfrm>
              <a:off x="4033011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E901FA2-093D-3419-03D3-061EBB17DCB8}"/>
                </a:ext>
              </a:extLst>
            </p:cNvPr>
            <p:cNvCxnSpPr>
              <a:cxnSpLocks/>
            </p:cNvCxnSpPr>
            <p:nvPr/>
          </p:nvCxnSpPr>
          <p:spPr>
            <a:xfrm>
              <a:off x="4321629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445355-8D49-0C50-F1AB-1E27E8858F22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3744686" y="3543300"/>
              <a:ext cx="57694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8E11C0-2A7E-1727-6AFB-EEB4B9660A85}"/>
                </a:ext>
              </a:extLst>
            </p:cNvPr>
            <p:cNvCxnSpPr/>
            <p:nvPr/>
          </p:nvCxnSpPr>
          <p:spPr>
            <a:xfrm>
              <a:off x="3761751" y="2151105"/>
              <a:ext cx="57694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EB2B48-0C25-C6D5-14C4-8C3891634E53}"/>
                </a:ext>
              </a:extLst>
            </p:cNvPr>
            <p:cNvCxnSpPr/>
            <p:nvPr/>
          </p:nvCxnSpPr>
          <p:spPr>
            <a:xfrm>
              <a:off x="3744539" y="1747450"/>
              <a:ext cx="57694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68F5C6-4E34-7CA3-116C-B03CDEA5B2E7}"/>
                </a:ext>
              </a:extLst>
            </p:cNvPr>
            <p:cNvCxnSpPr/>
            <p:nvPr/>
          </p:nvCxnSpPr>
          <p:spPr>
            <a:xfrm>
              <a:off x="3744539" y="1566218"/>
              <a:ext cx="57694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D6B4D63-58CF-6A73-40CA-67DFFF62F48C}"/>
                </a:ext>
              </a:extLst>
            </p:cNvPr>
            <p:cNvCxnSpPr>
              <a:cxnSpLocks/>
            </p:cNvCxnSpPr>
            <p:nvPr/>
          </p:nvCxnSpPr>
          <p:spPr>
            <a:xfrm>
              <a:off x="4326337" y="1498182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0D7935-8EBE-0C64-4876-C770A4D931C3}"/>
                </a:ext>
              </a:extLst>
            </p:cNvPr>
            <p:cNvSpPr txBox="1"/>
            <p:nvPr/>
          </p:nvSpPr>
          <p:spPr>
            <a:xfrm>
              <a:off x="4786919" y="1313516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92BCCB0-A3A7-DF30-9E19-C85A12FA87D6}"/>
                </a:ext>
              </a:extLst>
            </p:cNvPr>
            <p:cNvCxnSpPr>
              <a:cxnSpLocks/>
            </p:cNvCxnSpPr>
            <p:nvPr/>
          </p:nvCxnSpPr>
          <p:spPr>
            <a:xfrm>
              <a:off x="4333839" y="1695205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855B77-E5A1-CA3E-F470-6AE8867A278C}"/>
                </a:ext>
              </a:extLst>
            </p:cNvPr>
            <p:cNvSpPr txBox="1"/>
            <p:nvPr/>
          </p:nvSpPr>
          <p:spPr>
            <a:xfrm>
              <a:off x="4794421" y="1510539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2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07B545E-1938-DD15-8B7F-8C27A04CBACB}"/>
                </a:ext>
              </a:extLst>
            </p:cNvPr>
            <p:cNvCxnSpPr>
              <a:cxnSpLocks/>
            </p:cNvCxnSpPr>
            <p:nvPr/>
          </p:nvCxnSpPr>
          <p:spPr>
            <a:xfrm>
              <a:off x="4328984" y="1966439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7373C7-8A96-A70F-4025-8461C1C83E69}"/>
                </a:ext>
              </a:extLst>
            </p:cNvPr>
            <p:cNvSpPr txBox="1"/>
            <p:nvPr/>
          </p:nvSpPr>
          <p:spPr>
            <a:xfrm>
              <a:off x="4789566" y="1781773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3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FD7A93D-BAB9-BFF3-EAEA-966135FE3C71}"/>
                </a:ext>
              </a:extLst>
            </p:cNvPr>
            <p:cNvCxnSpPr>
              <a:cxnSpLocks/>
            </p:cNvCxnSpPr>
            <p:nvPr/>
          </p:nvCxnSpPr>
          <p:spPr>
            <a:xfrm>
              <a:off x="4326337" y="2909671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1C5542-0DCB-7F5F-C505-57F6CFC7ABD4}"/>
                </a:ext>
              </a:extLst>
            </p:cNvPr>
            <p:cNvSpPr txBox="1"/>
            <p:nvPr/>
          </p:nvSpPr>
          <p:spPr>
            <a:xfrm>
              <a:off x="4786919" y="2725005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4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21BC2CC-205D-666E-69EC-A5F4F500765D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21" y="4614904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B4329C-233F-1EFE-1D85-0431E3B50A9F}"/>
                </a:ext>
              </a:extLst>
            </p:cNvPr>
            <p:cNvSpPr txBox="1"/>
            <p:nvPr/>
          </p:nvSpPr>
          <p:spPr>
            <a:xfrm>
              <a:off x="4808703" y="4430238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5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28E6D71-4E89-976A-DA85-25C9D73974CC}"/>
                </a:ext>
              </a:extLst>
            </p:cNvPr>
            <p:cNvCxnSpPr>
              <a:cxnSpLocks/>
            </p:cNvCxnSpPr>
            <p:nvPr/>
          </p:nvCxnSpPr>
          <p:spPr>
            <a:xfrm>
              <a:off x="3496962" y="1436914"/>
              <a:ext cx="0" cy="421277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2A29F6-F9B3-2E5D-938D-F5FDE8206DF2}"/>
                </a:ext>
              </a:extLst>
            </p:cNvPr>
            <p:cNvSpPr txBox="1"/>
            <p:nvPr/>
          </p:nvSpPr>
          <p:spPr>
            <a:xfrm rot="16200000">
              <a:off x="3000089" y="3217907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2.0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95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99BB73-D5E8-33D7-D0C4-928DE1DA566D}"/>
              </a:ext>
            </a:extLst>
          </p:cNvPr>
          <p:cNvGrpSpPr/>
          <p:nvPr/>
        </p:nvGrpSpPr>
        <p:grpSpPr>
          <a:xfrm>
            <a:off x="1302356" y="932865"/>
            <a:ext cx="3073139" cy="4747643"/>
            <a:chOff x="3131156" y="902043"/>
            <a:chExt cx="3073139" cy="47476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397065-9829-342F-51AC-3FCB86FF3F61}"/>
                </a:ext>
              </a:extLst>
            </p:cNvPr>
            <p:cNvSpPr/>
            <p:nvPr/>
          </p:nvSpPr>
          <p:spPr>
            <a:xfrm>
              <a:off x="3744686" y="1436914"/>
              <a:ext cx="576943" cy="4212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8D41674-7EBA-FC49-2EC0-96DC183A3043}"/>
                </a:ext>
              </a:extLst>
            </p:cNvPr>
            <p:cNvCxnSpPr>
              <a:cxnSpLocks/>
            </p:cNvCxnSpPr>
            <p:nvPr/>
          </p:nvCxnSpPr>
          <p:spPr>
            <a:xfrm>
              <a:off x="3744686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6F5A428-D792-7774-0EC7-3A4B4A691AFD}"/>
                </a:ext>
              </a:extLst>
            </p:cNvPr>
            <p:cNvCxnSpPr>
              <a:cxnSpLocks/>
            </p:cNvCxnSpPr>
            <p:nvPr/>
          </p:nvCxnSpPr>
          <p:spPr>
            <a:xfrm>
              <a:off x="4033011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4C93A55-F2EF-7597-2E6D-98F7CA0AE79C}"/>
                </a:ext>
              </a:extLst>
            </p:cNvPr>
            <p:cNvCxnSpPr>
              <a:cxnSpLocks/>
            </p:cNvCxnSpPr>
            <p:nvPr/>
          </p:nvCxnSpPr>
          <p:spPr>
            <a:xfrm>
              <a:off x="4321629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3FE659-1F17-43C6-FE66-BE7339212EBC}"/>
                </a:ext>
              </a:extLst>
            </p:cNvPr>
            <p:cNvCxnSpPr/>
            <p:nvPr/>
          </p:nvCxnSpPr>
          <p:spPr>
            <a:xfrm>
              <a:off x="3744539" y="1747450"/>
              <a:ext cx="57694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B911D9D-406C-EDFB-16C2-7022F91CA1BD}"/>
                </a:ext>
              </a:extLst>
            </p:cNvPr>
            <p:cNvCxnSpPr>
              <a:cxnSpLocks/>
            </p:cNvCxnSpPr>
            <p:nvPr/>
          </p:nvCxnSpPr>
          <p:spPr>
            <a:xfrm>
              <a:off x="4326337" y="1590650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53883D-B1D7-AD87-0E73-6EEEA3F5B3A2}"/>
                </a:ext>
              </a:extLst>
            </p:cNvPr>
            <p:cNvSpPr txBox="1"/>
            <p:nvPr/>
          </p:nvSpPr>
          <p:spPr>
            <a:xfrm>
              <a:off x="4786919" y="1405984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8CE0634-C25A-E727-9947-5CDC29C3DB32}"/>
                </a:ext>
              </a:extLst>
            </p:cNvPr>
            <p:cNvCxnSpPr>
              <a:cxnSpLocks/>
            </p:cNvCxnSpPr>
            <p:nvPr/>
          </p:nvCxnSpPr>
          <p:spPr>
            <a:xfrm>
              <a:off x="3455866" y="1436914"/>
              <a:ext cx="0" cy="421277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8A3D76-B2EF-0844-6B1A-013E43C5D6A8}"/>
                </a:ext>
              </a:extLst>
            </p:cNvPr>
            <p:cNvSpPr txBox="1"/>
            <p:nvPr/>
          </p:nvSpPr>
          <p:spPr>
            <a:xfrm rot="16200000">
              <a:off x="2958993" y="3217907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2.0 m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5E96E3-92A5-E577-2E66-51CAE9A88719}"/>
              </a:ext>
            </a:extLst>
          </p:cNvPr>
          <p:cNvCxnSpPr>
            <a:cxnSpLocks/>
          </p:cNvCxnSpPr>
          <p:nvPr/>
        </p:nvCxnSpPr>
        <p:spPr>
          <a:xfrm>
            <a:off x="1830836" y="1466866"/>
            <a:ext cx="0" cy="339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73C1DF-D799-8904-969A-443ABA2D5F78}"/>
              </a:ext>
            </a:extLst>
          </p:cNvPr>
          <p:cNvSpPr txBox="1"/>
          <p:nvPr/>
        </p:nvSpPr>
        <p:spPr>
          <a:xfrm rot="16200000">
            <a:off x="1414502" y="192353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 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4EB2B1-4F01-1C6A-EA29-A44B2F800758}"/>
              </a:ext>
            </a:extLst>
          </p:cNvPr>
          <p:cNvGrpSpPr/>
          <p:nvPr/>
        </p:nvGrpSpPr>
        <p:grpSpPr>
          <a:xfrm>
            <a:off x="4729292" y="971878"/>
            <a:ext cx="2459609" cy="873273"/>
            <a:chOff x="3744686" y="902043"/>
            <a:chExt cx="2459609" cy="87327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8D2510-68D4-2AC2-C854-FAAF45C49792}"/>
                </a:ext>
              </a:extLst>
            </p:cNvPr>
            <p:cNvSpPr/>
            <p:nvPr/>
          </p:nvSpPr>
          <p:spPr>
            <a:xfrm>
              <a:off x="3744686" y="1436914"/>
              <a:ext cx="576943" cy="3105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EABAD2A-3D71-8D71-E46D-4F23EC0F6229}"/>
                </a:ext>
              </a:extLst>
            </p:cNvPr>
            <p:cNvCxnSpPr>
              <a:cxnSpLocks/>
            </p:cNvCxnSpPr>
            <p:nvPr/>
          </p:nvCxnSpPr>
          <p:spPr>
            <a:xfrm>
              <a:off x="3744686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CBA4DC2-AF18-E042-B679-1BACD91A967D}"/>
                </a:ext>
              </a:extLst>
            </p:cNvPr>
            <p:cNvCxnSpPr>
              <a:cxnSpLocks/>
            </p:cNvCxnSpPr>
            <p:nvPr/>
          </p:nvCxnSpPr>
          <p:spPr>
            <a:xfrm>
              <a:off x="4033011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C97362B-F554-3A26-9422-70ABAF79EDB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629" y="902043"/>
              <a:ext cx="0" cy="534871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97BFB0D-8F5F-F4F9-3CE8-A00D3FB141F8}"/>
                </a:ext>
              </a:extLst>
            </p:cNvPr>
            <p:cNvCxnSpPr>
              <a:cxnSpLocks/>
            </p:cNvCxnSpPr>
            <p:nvPr/>
          </p:nvCxnSpPr>
          <p:spPr>
            <a:xfrm>
              <a:off x="4326337" y="1590650"/>
              <a:ext cx="460582" cy="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CACEE6-270B-F203-946F-9E0A54B714C5}"/>
                </a:ext>
              </a:extLst>
            </p:cNvPr>
            <p:cNvSpPr txBox="1"/>
            <p:nvPr/>
          </p:nvSpPr>
          <p:spPr>
            <a:xfrm>
              <a:off x="4786919" y="1405984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subdomain 1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12A158-95D8-C247-4CDA-9ACF672E582E}"/>
              </a:ext>
            </a:extLst>
          </p:cNvPr>
          <p:cNvCxnSpPr>
            <a:cxnSpLocks/>
          </p:cNvCxnSpPr>
          <p:nvPr/>
        </p:nvCxnSpPr>
        <p:spPr>
          <a:xfrm>
            <a:off x="4644242" y="1505879"/>
            <a:ext cx="0" cy="339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BC476F6-12E0-9F4B-F43D-ACFAB7404099}"/>
              </a:ext>
            </a:extLst>
          </p:cNvPr>
          <p:cNvSpPr txBox="1"/>
          <p:nvPr/>
        </p:nvSpPr>
        <p:spPr>
          <a:xfrm rot="16200000">
            <a:off x="4227908" y="196254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 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C7A35C-4A48-29D5-70AF-FA88D54CF02C}"/>
              </a:ext>
            </a:extLst>
          </p:cNvPr>
          <p:cNvSpPr txBox="1"/>
          <p:nvPr/>
        </p:nvSpPr>
        <p:spPr>
          <a:xfrm>
            <a:off x="1387011" y="54453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EC67F8-F65B-5C88-E36B-1091C67CAC3E}"/>
              </a:ext>
            </a:extLst>
          </p:cNvPr>
          <p:cNvSpPr txBox="1"/>
          <p:nvPr/>
        </p:nvSpPr>
        <p:spPr>
          <a:xfrm>
            <a:off x="4333065" y="5445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39482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Danyang SU</dc:creator>
  <cp:lastModifiedBy>SU Danyang</cp:lastModifiedBy>
  <cp:revision>3</cp:revision>
  <dcterms:created xsi:type="dcterms:W3CDTF">2025-06-11T00:09:10Z</dcterms:created>
  <dcterms:modified xsi:type="dcterms:W3CDTF">2025-06-11T05:27:07Z</dcterms:modified>
</cp:coreProperties>
</file>